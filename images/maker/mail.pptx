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sldIdLst>
    <p:sldId id="256" r:id="rId2"/>
  </p:sldIdLst>
  <p:sldSz cx="5400675" cy="1619250"/>
  <p:notesSz cx="6858000" cy="9144000"/>
  <p:embeddedFontLst>
    <p:embeddedFont>
      <p:font typeface="잘풀리는하루 Medium" panose="02020603020101020101" pitchFamily="18" charset="-127"/>
      <p:regular r:id="rId3"/>
    </p:embeddedFon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Calibri Light" panose="020F0302020204030204" pitchFamily="34" charset="0"/>
      <p:regular r:id="rId8"/>
      <p:italic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50" autoAdjust="0"/>
    <p:restoredTop sz="94660"/>
  </p:normalViewPr>
  <p:slideViewPr>
    <p:cSldViewPr snapToGrid="0">
      <p:cViewPr varScale="1">
        <p:scale>
          <a:sx n="261" d="100"/>
          <a:sy n="261" d="100"/>
        </p:scale>
        <p:origin x="204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viewProps" Target="viewProps.xml"/><Relationship Id="rId5" Type="http://schemas.openxmlformats.org/officeDocument/2006/relationships/font" Target="fonts/font3.fntdata"/><Relationship Id="rId10" Type="http://schemas.openxmlformats.org/officeDocument/2006/relationships/presProps" Target="presProps.xml"/><Relationship Id="rId4" Type="http://schemas.openxmlformats.org/officeDocument/2006/relationships/font" Target="fonts/font2.fntdata"/><Relationship Id="rId9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5085" y="265002"/>
            <a:ext cx="4050506" cy="563739"/>
          </a:xfrm>
        </p:spPr>
        <p:txBody>
          <a:bodyPr anchor="b"/>
          <a:lstStyle>
            <a:lvl1pPr algn="ctr"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850481"/>
            <a:ext cx="4050506" cy="390944"/>
          </a:xfrm>
        </p:spPr>
        <p:txBody>
          <a:bodyPr/>
          <a:lstStyle>
            <a:lvl1pPr marL="0" indent="0" algn="ctr">
              <a:buNone/>
              <a:defRPr sz="567"/>
            </a:lvl1pPr>
            <a:lvl2pPr marL="107945" indent="0" algn="ctr">
              <a:buNone/>
              <a:defRPr sz="472"/>
            </a:lvl2pPr>
            <a:lvl3pPr marL="215890" indent="0" algn="ctr">
              <a:buNone/>
              <a:defRPr sz="425"/>
            </a:lvl3pPr>
            <a:lvl4pPr marL="323835" indent="0" algn="ctr">
              <a:buNone/>
              <a:defRPr sz="378"/>
            </a:lvl4pPr>
            <a:lvl5pPr marL="431780" indent="0" algn="ctr">
              <a:buNone/>
              <a:defRPr sz="378"/>
            </a:lvl5pPr>
            <a:lvl6pPr marL="539725" indent="0" algn="ctr">
              <a:buNone/>
              <a:defRPr sz="378"/>
            </a:lvl6pPr>
            <a:lvl7pPr marL="647670" indent="0" algn="ctr">
              <a:buNone/>
              <a:defRPr sz="378"/>
            </a:lvl7pPr>
            <a:lvl8pPr marL="755614" indent="0" algn="ctr">
              <a:buNone/>
              <a:defRPr sz="378"/>
            </a:lvl8pPr>
            <a:lvl9pPr marL="863559" indent="0" algn="ctr">
              <a:buNone/>
              <a:defRPr sz="378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37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681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403688"/>
            <a:ext cx="4658082" cy="673563"/>
          </a:xfrm>
        </p:spPr>
        <p:txBody>
          <a:bodyPr anchor="b"/>
          <a:lstStyle>
            <a:lvl1pPr>
              <a:defRPr sz="141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1083623"/>
            <a:ext cx="4658082" cy="354211"/>
          </a:xfrm>
        </p:spPr>
        <p:txBody>
          <a:bodyPr/>
          <a:lstStyle>
            <a:lvl1pPr marL="0" indent="0">
              <a:buNone/>
              <a:defRPr sz="567">
                <a:solidFill>
                  <a:schemeClr val="tx1">
                    <a:tint val="75000"/>
                  </a:schemeClr>
                </a:solidFill>
              </a:defRPr>
            </a:lvl1pPr>
            <a:lvl2pPr marL="107945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2pPr>
            <a:lvl3pPr marL="215890" indent="0">
              <a:buNone/>
              <a:defRPr sz="425">
                <a:solidFill>
                  <a:schemeClr val="tx1">
                    <a:tint val="75000"/>
                  </a:schemeClr>
                </a:solidFill>
              </a:defRPr>
            </a:lvl3pPr>
            <a:lvl4pPr marL="323835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4pPr>
            <a:lvl5pPr marL="431780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5pPr>
            <a:lvl6pPr marL="539725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6pPr>
            <a:lvl7pPr marL="647670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7pPr>
            <a:lvl8pPr marL="755614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8pPr>
            <a:lvl9pPr marL="863559" indent="0">
              <a:buNone/>
              <a:defRPr sz="3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59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431050"/>
            <a:ext cx="229528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431050"/>
            <a:ext cx="2295287" cy="10273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000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86210"/>
            <a:ext cx="4658082" cy="31298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0" y="396941"/>
            <a:ext cx="2284738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0" y="591476"/>
            <a:ext cx="2284738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396941"/>
            <a:ext cx="2295990" cy="194535"/>
          </a:xfrm>
        </p:spPr>
        <p:txBody>
          <a:bodyPr anchor="b"/>
          <a:lstStyle>
            <a:lvl1pPr marL="0" indent="0">
              <a:buNone/>
              <a:defRPr sz="567" b="1"/>
            </a:lvl1pPr>
            <a:lvl2pPr marL="107945" indent="0">
              <a:buNone/>
              <a:defRPr sz="472" b="1"/>
            </a:lvl2pPr>
            <a:lvl3pPr marL="215890" indent="0">
              <a:buNone/>
              <a:defRPr sz="425" b="1"/>
            </a:lvl3pPr>
            <a:lvl4pPr marL="323835" indent="0">
              <a:buNone/>
              <a:defRPr sz="378" b="1"/>
            </a:lvl4pPr>
            <a:lvl5pPr marL="431780" indent="0">
              <a:buNone/>
              <a:defRPr sz="378" b="1"/>
            </a:lvl5pPr>
            <a:lvl6pPr marL="539725" indent="0">
              <a:buNone/>
              <a:defRPr sz="378" b="1"/>
            </a:lvl6pPr>
            <a:lvl7pPr marL="647670" indent="0">
              <a:buNone/>
              <a:defRPr sz="378" b="1"/>
            </a:lvl7pPr>
            <a:lvl8pPr marL="755614" indent="0">
              <a:buNone/>
              <a:defRPr sz="378" b="1"/>
            </a:lvl8pPr>
            <a:lvl9pPr marL="863559" indent="0">
              <a:buNone/>
              <a:defRPr sz="378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591476"/>
            <a:ext cx="2295990" cy="8699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8956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7685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4056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07950"/>
            <a:ext cx="1741858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233142"/>
            <a:ext cx="2734092" cy="1150717"/>
          </a:xfrm>
        </p:spPr>
        <p:txBody>
          <a:bodyPr/>
          <a:lstStyle>
            <a:lvl1pPr>
              <a:defRPr sz="756"/>
            </a:lvl1pPr>
            <a:lvl2pPr>
              <a:defRPr sz="661"/>
            </a:lvl2pPr>
            <a:lvl3pPr>
              <a:defRPr sz="567"/>
            </a:lvl3pPr>
            <a:lvl4pPr>
              <a:defRPr sz="472"/>
            </a:lvl4pPr>
            <a:lvl5pPr>
              <a:defRPr sz="472"/>
            </a:lvl5pPr>
            <a:lvl6pPr>
              <a:defRPr sz="472"/>
            </a:lvl6pPr>
            <a:lvl7pPr>
              <a:defRPr sz="472"/>
            </a:lvl7pPr>
            <a:lvl8pPr>
              <a:defRPr sz="472"/>
            </a:lvl8pPr>
            <a:lvl9pPr>
              <a:defRPr sz="47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485775"/>
            <a:ext cx="1741858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76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07950"/>
            <a:ext cx="1741858" cy="377825"/>
          </a:xfrm>
        </p:spPr>
        <p:txBody>
          <a:bodyPr anchor="b"/>
          <a:lstStyle>
            <a:lvl1pPr>
              <a:defRPr sz="7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233142"/>
            <a:ext cx="2734092" cy="1150717"/>
          </a:xfrm>
        </p:spPr>
        <p:txBody>
          <a:bodyPr anchor="t"/>
          <a:lstStyle>
            <a:lvl1pPr marL="0" indent="0">
              <a:buNone/>
              <a:defRPr sz="756"/>
            </a:lvl1pPr>
            <a:lvl2pPr marL="107945" indent="0">
              <a:buNone/>
              <a:defRPr sz="661"/>
            </a:lvl2pPr>
            <a:lvl3pPr marL="215890" indent="0">
              <a:buNone/>
              <a:defRPr sz="567"/>
            </a:lvl3pPr>
            <a:lvl4pPr marL="323835" indent="0">
              <a:buNone/>
              <a:defRPr sz="472"/>
            </a:lvl4pPr>
            <a:lvl5pPr marL="431780" indent="0">
              <a:buNone/>
              <a:defRPr sz="472"/>
            </a:lvl5pPr>
            <a:lvl6pPr marL="539725" indent="0">
              <a:buNone/>
              <a:defRPr sz="472"/>
            </a:lvl6pPr>
            <a:lvl7pPr marL="647670" indent="0">
              <a:buNone/>
              <a:defRPr sz="472"/>
            </a:lvl7pPr>
            <a:lvl8pPr marL="755614" indent="0">
              <a:buNone/>
              <a:defRPr sz="472"/>
            </a:lvl8pPr>
            <a:lvl9pPr marL="863559" indent="0">
              <a:buNone/>
              <a:defRPr sz="472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485775"/>
            <a:ext cx="1741858" cy="899958"/>
          </a:xfrm>
        </p:spPr>
        <p:txBody>
          <a:bodyPr/>
          <a:lstStyle>
            <a:lvl1pPr marL="0" indent="0">
              <a:buNone/>
              <a:defRPr sz="378"/>
            </a:lvl1pPr>
            <a:lvl2pPr marL="107945" indent="0">
              <a:buNone/>
              <a:defRPr sz="331"/>
            </a:lvl2pPr>
            <a:lvl3pPr marL="215890" indent="0">
              <a:buNone/>
              <a:defRPr sz="283"/>
            </a:lvl3pPr>
            <a:lvl4pPr marL="323835" indent="0">
              <a:buNone/>
              <a:defRPr sz="236"/>
            </a:lvl4pPr>
            <a:lvl5pPr marL="431780" indent="0">
              <a:buNone/>
              <a:defRPr sz="236"/>
            </a:lvl5pPr>
            <a:lvl6pPr marL="539725" indent="0">
              <a:buNone/>
              <a:defRPr sz="236"/>
            </a:lvl6pPr>
            <a:lvl7pPr marL="647670" indent="0">
              <a:buNone/>
              <a:defRPr sz="236"/>
            </a:lvl7pPr>
            <a:lvl8pPr marL="755614" indent="0">
              <a:buNone/>
              <a:defRPr sz="236"/>
            </a:lvl8pPr>
            <a:lvl9pPr marL="863559" indent="0">
              <a:buNone/>
              <a:defRPr sz="236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9719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5265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86210"/>
            <a:ext cx="1164521" cy="137224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86210"/>
            <a:ext cx="3426053" cy="137224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3933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86210"/>
            <a:ext cx="4658082" cy="31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431050"/>
            <a:ext cx="4658082" cy="10273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1500805"/>
            <a:ext cx="1215152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47FD59-A82E-479E-9942-9EE852F0836D}" type="datetimeFigureOut">
              <a:rPr lang="ko-KR" altLang="en-US" smtClean="0"/>
              <a:t>2020-12-07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1500805"/>
            <a:ext cx="1822728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1500805"/>
            <a:ext cx="1215152" cy="862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B9716-6F33-49C6-AF9B-2AEEC403652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657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890" rtl="0" eaLnBrk="1" latinLnBrk="1" hangingPunct="1">
        <a:lnSpc>
          <a:spcPct val="90000"/>
        </a:lnSpc>
        <a:spcBef>
          <a:spcPct val="0"/>
        </a:spcBef>
        <a:buNone/>
        <a:defRPr sz="10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72" indent="-53972" algn="l" defTabSz="215890" rtl="0" eaLnBrk="1" latinLnBrk="1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191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567" kern="1200">
          <a:solidFill>
            <a:schemeClr val="tx1"/>
          </a:solidFill>
          <a:latin typeface="+mn-lt"/>
          <a:ea typeface="+mn-ea"/>
          <a:cs typeface="+mn-cs"/>
        </a:defRPr>
      </a:lvl2pPr>
      <a:lvl3pPr marL="26986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7780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8575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9369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70164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809587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917532" indent="-53972" algn="l" defTabSz="215890" rtl="0" eaLnBrk="1" latinLnBrk="1" hangingPunct="1">
        <a:lnSpc>
          <a:spcPct val="90000"/>
        </a:lnSpc>
        <a:spcBef>
          <a:spcPts val="118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1pPr>
      <a:lvl2pPr marL="10794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2pPr>
      <a:lvl3pPr marL="21589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2383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4pPr>
      <a:lvl5pPr marL="43178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5pPr>
      <a:lvl6pPr marL="539725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6pPr>
      <a:lvl7pPr marL="647670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7pPr>
      <a:lvl8pPr marL="755614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8pPr>
      <a:lvl9pPr marL="863559" algn="l" defTabSz="215890" rtl="0" eaLnBrk="1" latinLnBrk="1" hangingPunct="1">
        <a:defRPr sz="4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9A3F63D-30D6-4DAA-9008-224387044DF3}"/>
              </a:ext>
            </a:extLst>
          </p:cNvPr>
          <p:cNvSpPr/>
          <p:nvPr/>
        </p:nvSpPr>
        <p:spPr>
          <a:xfrm>
            <a:off x="0" y="0"/>
            <a:ext cx="5400675" cy="16192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 dirty="0">
                <a:latin typeface="잘풀리는하루 Medium" panose="02020603020101020101" pitchFamily="18" charset="-127"/>
                <a:ea typeface="잘풀리는하루 Medium" panose="02020603020101020101" pitchFamily="18" charset="-127"/>
              </a:rPr>
              <a:t>마늘</a:t>
            </a:r>
          </a:p>
        </p:txBody>
      </p:sp>
    </p:spTree>
    <p:extLst>
      <p:ext uri="{BB962C8B-B14F-4D97-AF65-F5344CB8AC3E}">
        <p14:creationId xmlns:p14="http://schemas.microsoft.com/office/powerpoint/2010/main" val="127131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</Words>
  <Application>Microsoft Office PowerPoint</Application>
  <PresentationFormat>사용자 지정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잘풀리는하루 Medium</vt:lpstr>
      <vt:lpstr>Calibri Light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지수현</dc:creator>
  <cp:lastModifiedBy>지수현</cp:lastModifiedBy>
  <cp:revision>2</cp:revision>
  <dcterms:created xsi:type="dcterms:W3CDTF">2020-11-22T07:33:55Z</dcterms:created>
  <dcterms:modified xsi:type="dcterms:W3CDTF">2020-12-06T23:49:55Z</dcterms:modified>
</cp:coreProperties>
</file>
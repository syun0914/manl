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sldIdLst>
    <p:sldId id="256" r:id="rId5"/>
  </p:sldIdLst>
  <p:sldSz cx="10287000" cy="10287000"/>
  <p:notesSz cx="6858000" cy="9144000"/>
  <p:embeddedFontLst>
    <p:embeddedFont>
      <p:font typeface="잘풀리는하루 Medium" panose="02020603020101020101" pitchFamily="18" charset="-127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alibri Light" panose="020F0302020204030204" pitchFamily="34" charset="0"/>
      <p:regular r:id="rId11"/>
      <p: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7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1683545"/>
            <a:ext cx="8743950" cy="358140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5403057"/>
            <a:ext cx="7715250" cy="248364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306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248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4" y="2564609"/>
            <a:ext cx="8872538" cy="4279106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4" y="6884197"/>
            <a:ext cx="8872538" cy="2250281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9771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2738438"/>
            <a:ext cx="4371975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2738438"/>
            <a:ext cx="4371975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906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547690"/>
            <a:ext cx="8872538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2" y="2521745"/>
            <a:ext cx="4351883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2" y="3757613"/>
            <a:ext cx="4351883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2521745"/>
            <a:ext cx="4373315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3757613"/>
            <a:ext cx="4373315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5568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960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12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685800"/>
            <a:ext cx="3317825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1481140"/>
            <a:ext cx="5207794" cy="7310438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3086100"/>
            <a:ext cx="3317825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589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685800"/>
            <a:ext cx="3317825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315" y="1481140"/>
            <a:ext cx="5207794" cy="7310438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3086100"/>
            <a:ext cx="3317825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259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119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547688"/>
            <a:ext cx="2218134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547688"/>
            <a:ext cx="6525816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07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547690"/>
            <a:ext cx="8872538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2738438"/>
            <a:ext cx="8872538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231" y="9534527"/>
            <a:ext cx="231457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0C4E7-79EE-440B-9482-C744D295E7DC}" type="datetimeFigureOut">
              <a:rPr lang="ko-KR" altLang="en-US" smtClean="0"/>
              <a:t>2020-12-07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569" y="9534527"/>
            <a:ext cx="3471863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194" y="9534527"/>
            <a:ext cx="231457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227AA-9728-41A9-BA57-08B44852F0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729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700" rtl="0" eaLnBrk="1" latinLnBrk="1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1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DDD393D-FB12-42F9-AE19-B059CE8E1E1C}"/>
              </a:ext>
            </a:extLst>
          </p:cNvPr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800" b="1" dirty="0">
                <a:latin typeface="잘풀리는하루 Medium" panose="02020603020101020101" pitchFamily="18" charset="-127"/>
                <a:ea typeface="잘풀리는하루 Medium" panose="02020603020101020101" pitchFamily="18" charset="-127"/>
              </a:rPr>
              <a:t>문제 해결</a:t>
            </a:r>
            <a:endParaRPr lang="en-US" altLang="ko-KR" sz="13800" b="1" dirty="0">
              <a:latin typeface="잘풀리는하루 Medium" panose="02020603020101020101" pitchFamily="18" charset="-127"/>
              <a:ea typeface="잘풀리는하루 Medium" panose="02020603020101020101" pitchFamily="18" charset="-127"/>
            </a:endParaRPr>
          </a:p>
          <a:p>
            <a:pPr algn="ctr"/>
            <a:r>
              <a:rPr lang="ko-KR" altLang="en-US" sz="4800" b="1" dirty="0">
                <a:latin typeface="잘풀리는하루 Medium" panose="02020603020101020101" pitchFamily="18" charset="-127"/>
                <a:ea typeface="잘풀리는하루 Medium" panose="02020603020101020101" pitchFamily="18" charset="-127"/>
              </a:rPr>
              <a:t>급식</a:t>
            </a:r>
            <a:endParaRPr lang="en-US" altLang="ko-KR" sz="4800" b="1" dirty="0">
              <a:latin typeface="잘풀리는하루 Medium" panose="02020603020101020101" pitchFamily="18" charset="-127"/>
              <a:ea typeface="잘풀리는하루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970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21C4F5E6266DD4BB0DC64D2A94DAA27" ma:contentTypeVersion="2" ma:contentTypeDescription="새 문서를 만듭니다." ma:contentTypeScope="" ma:versionID="243bb162e7230d4e061ad3d50ce30bf3">
  <xsd:schema xmlns:xsd="http://www.w3.org/2001/XMLSchema" xmlns:xs="http://www.w3.org/2001/XMLSchema" xmlns:p="http://schemas.microsoft.com/office/2006/metadata/properties" xmlns:ns3="bfd29b54-5c18-4947-b54f-b558e6fd4909" targetNamespace="http://schemas.microsoft.com/office/2006/metadata/properties" ma:root="true" ma:fieldsID="2bd96f6db9ecac836ddd3ba1fb86c5ed" ns3:_="">
    <xsd:import namespace="bfd29b54-5c18-4947-b54f-b558e6fd49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d29b54-5c18-4947-b54f-b558e6fd49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A78E50-CBDE-4D39-A381-376FAD87AB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d29b54-5c18-4947-b54f-b558e6fd49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3F6A84-30E3-4950-93B4-BFE0699BD5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B62058-E657-47BD-9AB3-EA148E48370B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bfd29b54-5c18-4947-b54f-b558e6fd490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</TotalTime>
  <Words>3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잘풀리는하루 Medium</vt:lpstr>
      <vt:lpstr>Calibri Light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지수현</dc:creator>
  <cp:lastModifiedBy>지수현</cp:lastModifiedBy>
  <cp:revision>14</cp:revision>
  <dcterms:created xsi:type="dcterms:W3CDTF">2020-11-21T08:49:08Z</dcterms:created>
  <dcterms:modified xsi:type="dcterms:W3CDTF">2020-12-06T23:49:26Z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0x010100621C4F5E6266DD4BB0DC64D2A94DAA27</vt:lpwstr>
  </property>
</Properties>
</file>